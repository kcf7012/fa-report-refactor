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LeftTopDecoration"/>
          <p:cNvSpPr/>
          <p:nvPr/>
        </p:nvSpPr>
        <p:spPr>
          <a:xfrm>
            <a:off x="0" y="0"/>
            <a:ext cx="914400" cy="45720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D2 問題描述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D4 根因分析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D7 改善對策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