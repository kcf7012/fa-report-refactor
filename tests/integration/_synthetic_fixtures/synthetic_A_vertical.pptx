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2 問題描述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4 根因分析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7 改善對策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