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2 問題描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4 根因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7 改善對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